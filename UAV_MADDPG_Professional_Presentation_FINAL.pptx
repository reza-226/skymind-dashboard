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بهینه‌سازی تخلیه محاسباتی در شبکه‌های پهپاد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با استفاده از الگوریتم MADDPG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دانشجو: [نام شما]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استاد راهنما: [نام استاد]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پایان‌نامه کارشناسی ارشد - بهمن 1404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فهرست مطالب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ساختار ارائه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1️⃣ معرفی و بیان مسئله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2️⃣ اهداف و دستاوردهای پژوهش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3️⃣ معماری سیستم پیشنهادی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4️⃣ الگوریتم MADDPG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5️⃣ پارامترها و تنظیمات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6️⃣ نتایج و تحلیل عملکرد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7️⃣ مطالعه حذفی (Ablation Study)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8️⃣ نتیجه‌گیری و کارهای آینده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بیان مسئله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چالش‌های تخلیه محاسباتی در شبکه‌های پهپاد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8404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⚠️ چالش‌های کلیدی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35661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✦ محدودیت انرژی پهپادها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✦ پویایی توپولوژی شبکه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✦ تأخیر ارتباطی متغیر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✦ محدودیت منابع محاسباتی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84048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🎯 اهداف بهینه‌سازی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45919"/>
            <a:ext cx="35661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✦ کاهش مصرف انرژی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✦ کمینه‌سازی تأخیر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✦ افزایش نرخ موفقیت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✦ تعادل بار محاسباتی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8229600" cy="2743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11879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💡 راه‌حل پیشنهادی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59"/>
            <a:ext cx="7955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استفاده از یادگیری تقویتی عمیق چندعامله (MADDPG) برای تصمیم‌گیری هوشمند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معماری CTDE: آموزش متمرکز و اجرای غیرمتمرکز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یکپارچه‌سازی GAT (Graph Attention) برای هماهنگی و GRU برای حافظه زمانی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🏗️ معماری سیستم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ساختار سه‌لایه پیشنهادی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👥 لایه کاربر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کاربران تلفن همراه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تولید وظایف محاسباتی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تحرک با سرعت 1-3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097280"/>
            <a:ext cx="274320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234439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🚁 لایه پهپاد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164591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5 پهپاد هوشمند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CPU: 2-4 GHz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حافظه: 4-8 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228600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23443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🖥️ سرورهای لبه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3 سرور لبه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پردازش قدرتمند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ارتباط فیبر نوری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82296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79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📊 جریان داده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79552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1️⃣ کاربر وظیفه را به نزدیک‌ترین پهپاد ارسال می‌کند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2️⃣ پهپاد تصمیم می‌گیرد: محلی پردازش کند یا به سرور لبه بفرستد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3️⃣ سرور لبه وظیفه را پردازش و نتیجه را برمی‌گرداند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4️⃣ پهپاد نتیجه را به کاربر تحویل می‌دهد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5️⃣ عوامل (پهپادها) از تجربیات یکدیگر یاد می‌گیرند (MADDPG)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🤖 الگوریتم MADDPG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Multi-Agent Deep Deterministic Policy Gradient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🧠 معماری Actor-Critic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Actor: تولید اقدامات (Policy)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Critic: ارزیابی اقدامات (Q-value)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GAT: هماهنگی بین عوامل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GRU: حافظه زمانی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⚡ ویژگی‌های کلیدی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4591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✓ CTDE: Centralized Training, Decentralized Execution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Replay Buffer مشترک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Target Networks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✓ Soft Update (τ = 0.01)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947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📐 فضای حالت و عمل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79552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🔹 فضای حالت: موقعیت پهپاد، توان باتری، بارگذاری CPU، کیفیت کانال، اطلاعات همسایگان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🔹 فضای عمل: [انتخاب سرور (0-3), توان ارسال (0.1-1W), تخصیص CPU (0.5-1)]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🔹 تابع پاداش: $r_t = -\alpha E_t - \beta D_t + \gamma S_t - \delta O_t$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• α=0.4 (انرژی), β=0.3 (تأخیر), γ=0.2 (موفقیت), δ=0.1 (اشباع)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⚙️ پارامترهای شبیه‌سازی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تنظیمات محیط و آموزش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🌍 پارامترهای محیط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38404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ابعاد: 500m × 500m × 100m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تعداد پهپاد: 5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تعداد سرور لبه: 3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تعداد کاربر: 10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مدت اپیزود: 100 timestep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فرکانس: 2.4 GHz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📚 پارامترهای یادگیری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45919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Batch size: 256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Learning rate: 3e-4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Discount (γ): 0.99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Buffer size: 1M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Episodes: 1000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Update frequency: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8229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🎮 سناریوهای ارزیابی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0559"/>
            <a:ext cx="7955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🟢 Easy: 0 مانع، پیچیدگی پایین، کاربران ثابت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🟡 Medium: 2 مانع، پیچیدگی متوسط، سرعت 1 m/s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🔴 Complex: 4 مانع، پیچیدگی بالا، سرعت 3 m/s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نتایج مقایسه روش‌ها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عملکرد MADDPG در برابر Baselines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663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🏆 نتایج کلیدی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7784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✅ MADDPG با پاداش +12.34 بهترین عملکرد را داشت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✅ 246% بهبود نسبت به DDPG و 562% نسبت به Random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✅ یادگیری هماهنگ و تصمیم‌گیری توزیع‌شده کلید موفقیت بود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📈 شاخص‌های کلیدی عملکرد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مقایسه معیارهای کمی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663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💯 تفسیر نتایج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7784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🔋 مصرف انرژی: 54.8% کاهش (3.82 vs 8.45 mJ)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⏱️ تأخیر: 51.8% بهبود (54.2 vs 112.5 ms)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✅ نرخ موفقیت: 41.8% افزایش (95% vs 67%)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🔬 مطالعه حذفی (Ablation Study)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تأثیر هر جزء معماری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663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🔍 یافته‌های کلیدی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7784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❌ حذف GAT: 264% افت (اهمیت هماهنگی)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⚠️ حذف GRU: بدون تأثیر منفی (مقیاس زمانی کوتاه)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❌ Decentralized: 796% افت (نیاز به CTDE)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🌐 تحلیل پیچیدگی محیط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عملکرد در سناریوهای مختلف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3581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663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📊 تفسیر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7784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✅ در محیط ساده: 98.2% نرخ موفقیت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✅ در محیط پیچیده: همچنان 87.3% موفقیت (Robust)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⚡ مصرف انرژی با پیچیدگی افزایش می‌یابد اما هنوز بهینه است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🏆 دستاوردها و نوآوری‌ها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کمک‌های علمی این پژوهش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🔬 نوآوری‌های علمی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38404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✨ ترکیب GAT + GRU در MADDPG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✨ مدل DAG برای وظایف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✨ تابع پاداش چندهدفه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✨ معماری CTDE بهینه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💡 دستاوردهای عملی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45919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📈 54.8% کاهش انرژی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📈 51.8% کاهش تأخیر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📈 95% نرخ موفقیت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📈 87.3% پایداری در محیط پیچیده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8229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🚀 تأثیرات بالقوه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0559"/>
            <a:ext cx="7955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🌍 کاربرد در شبکه‌های 6G و اینترنت اشیا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🌍 بهبود خدمات اضطراری و بلایای طبیعی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🌍 پشتیبانی از شهرهای هوشمند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🌍 کاهش هزینه‌های زیرساختی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⚠️ محدودیت‌های پژوهش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چالش‌ها و مسائل باز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🔧 محدودیت‌های فنی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38404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شبیه‌سازی: نتایج واقعی ممکن است متفاوت باشد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مقیاس کوچک: 5 پهپاد، 3 سرور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مدل کانال ساده‌شده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فرض حرکت پیش‌بینی‌پذیر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97280"/>
            <a:ext cx="38404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💻 محدودیت‌های محاسباتی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45919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• زمان آموزش بالا (28 ساعت)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نیاز به GPU قدرتمند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حجم Replay Buffer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پیچیدگی تنظیم هایپرپارامترها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8229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🔮 موضوعات آینده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0559"/>
            <a:ext cx="7955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🔹 پیاده‌سازی واقعی روی سخت‌افزار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🔹 مقیاس‌پذیری به شبکه‌های بزرگ‌تر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🔹 در نظر گرفتن تداخل و امنیت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🔹 یکپارچه‌سازی با Federated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✅ نتیجه‌گیری نهایی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خلاصه و چشم‌انداز آینده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📝 خلاصه یافته‌ها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19"/>
            <a:ext cx="7955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✅ MADDPG با GAT+GRU راه‌حلی مؤثر برای تخلیه محاسباتی در شبکه‌های پهپاد است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✅ معماری CTDE امکان یادگیری هماهنگ و اجرای غیرمتمرکز را فراهم می‌کند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✅ مطالعه حذفی اهمیت GAT و CTDE را تأیید کرد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✅ سیستم در برابر پیچیدگی محیط پایدار است (87.3% موفقیت در Complex)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🚀 پیشنهادات آینده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79552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8FAFC"/>
                </a:solidFill>
              </a:defRPr>
            </a:pPr>
            <a:r>
              <a:t>🔮 پیاده‌سازی واقعی و آزمایش در محیط عملیاتی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🔮 توسعه به شبکه‌های چندلایه و مقیاس بزرگ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🔮 ترکیب با Federated Learning برای حفظ حریم خصوصی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🔮 بهینه‌سازی مصرف انرژی با استفاده از Energy Harvesting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با تشکر از توجه شما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آماده پاسخگویی به سؤالات هستم 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📧 [ایمیل شما]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🌐 [لینک پروژه در GitHub]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