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828800"/>
            <a:ext cx="7315200" cy="3200400"/>
          </a:xfrm>
          <a:prstGeom prst="roundRect">
            <a:avLst/>
          </a:prstGeom>
          <a:solidFill>
            <a:srgbClr val="2C3E50"/>
          </a:solidFill>
          <a:ln w="508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6766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ارائه راهکاری برای بهبود ارتباطات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پرنده‌های بدون سرنشین (UAV)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مبتنی بر رایانش مه و لبه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0"/>
            <a:ext cx="6766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دانشجو: [نام شما]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استاد راهنما: [نام استاد]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تاریخ دفاع: 1404/11/18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📋 فهرست مطالب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371600"/>
            <a:ext cx="54864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4630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دستور کار جلسه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874519"/>
            <a:ext cx="52120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1️⃣ مقدمه و بیان مسئله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2️⃣ اهمیت و ضرورت تحقیق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3️⃣ مرور پژوهش‌های پیشین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4️⃣ معماری سیستم SkyMind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5️⃣ روش‌شناسی (MADDPG)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6️⃣ یافته‌های تحقیق و تحلیل‌ها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7️⃣ داشبورد تعاملی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8️⃣ نتیجه‌گیری و پیشنهادات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🎯 مقدمه - انگیزه و چالش‌ها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چرا این تحقیق؟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840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محدودیت منابع محاسباتی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محدودیت انرژی باتری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نیاز به پاسخ آنی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پوشش‌دهی محدود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097280"/>
            <a:ext cx="3840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59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راه‌حل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600200"/>
            <a:ext cx="3566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پهپادها به عنوان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سرورهای لبه متحرک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در شبکه‌های مه و لبه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❓ بیان مسئله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چالش اصلی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79552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در یک شبکه یکپارچه هوا-زمین با چهار لایه پردازشی و وظایف وابسته (DAG)،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چگونه می‌توان به طور همزمان انرژی و تأخیر را کاهش و نرخ موفقیت را افزایش داد؟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41148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اهداف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20439"/>
            <a:ext cx="38404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✅ کاهش مصرف انرژی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✅ کمینه‌سازی تأخیر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✅ افزایش نرخ موفقیت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✅ بهینه‌سازی مسیر پرواز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3017520"/>
            <a:ext cx="38404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3108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محدودیت‌ها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520439"/>
            <a:ext cx="35661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محدودیت انرژی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محدودیت پهنای باند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وابستگی وظایف (DAG)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پویایی محیط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🏗️ معماری سیستم SkyMind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ویژگی‌های معماری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53212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🔹 Local Processing: پردازش محلی در دستگاه کاربر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🔹 Terrestrial Edge: سرورهای لبه زمینی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🔹 Aerial Edge: پهپادها به عنوان سرور متحرک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🔹 Cloud Servers: ابر برای وظایف سنگین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🤖 الگوریتم MADDPG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معماری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840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Actor-Critic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GAT: هماهنگی بین عوامل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GRU: حافظه زمانی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CTDE: آموزش متمرکز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097280"/>
            <a:ext cx="3840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59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ویژگی‌ها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600200"/>
            <a:ext cx="3566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✓ یادگیری چندعامله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✓ اجرای غیرمتمرکز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✓ Replay Buffer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✓ Target Networks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82296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فضای حالت و عمل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79552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🔹 فضای حالت: موقعیت، انرژی، بار CPU، کیفیت کانال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🔹 فضای عمل: انتخاب سرور، توان ارسال، تخصیص CPU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🔹 تابع پاداش: ترکیب خطی انرژی، تأخیر، موفقیت و اشباع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⚙️ پارامترهای شبیه‌سازی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محیط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840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ابعاد: 500×500×100 متر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پهپادها: 5 عدد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سرور لبه: 3 عدد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کاربران: 10-20 عدد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مدت episode: 100 timestep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097280"/>
            <a:ext cx="3840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59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یادگیری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600200"/>
            <a:ext cx="3566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Batch size: 256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Learning rate: 3e-4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Discount (γ): 0.99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Episodes: 1000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Update frequency: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82296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سناریوهای ارزیابی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79552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🟢 Easy: 0 مانع، پیچیدگی پایین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🟡 Medium: 2 مانع، پیچیدگی متوسط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🔴 Complex: 4 مانع، پیچیدگی بالا، سرعت 3 m/s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📊 نتایج مقایسه با Baseline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859536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303520"/>
            <a:ext cx="82296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394959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نتایج کلیدی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795527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✅ 57% کاهش انرژی | ✅ 57% کاهش تأخیر | ✅ 97% نرخ موفقیت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📈 سرعت همگرایی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تفسیر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53212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✅ SkyMind 4 برابر سریع‌تر همگرا می‌شود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✅ پایداری بالا در episode های پایانی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🔬 مطالعه حذفی (Ablation Study)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یافته‌ها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53212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❌ حذف GAT: 225% افت عملکرد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✅ حذف GRU: تأثیر جزئی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❌ حذف DAG: 280% افت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🏆 دستاوردها و نوآوری‌ها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نوآوری علمی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840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✨ ترکیب GAT + GRU در MADDPG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✨ مدل DAG برای وظایف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✨ معماری 4 لایه یکپارچه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✨ تابع پاداش چندهدفه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097280"/>
            <a:ext cx="3840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59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دستاوردهای عملی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600200"/>
            <a:ext cx="3566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📈 57% کاهش انرژی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📈 57% کاهش تأخیر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📈 97% نرخ موفقیت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📈 4× سرعت همگرایی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82296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کاربردها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79552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🌐 شهرهای هوشمند | 🚗 خودروهای خودران | 🏥 خدمات بهداشتی | 🚨 مدیریت بحران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⚠️ محدودیت‌های پژوهش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محدودیت‌های فنی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840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شبیه‌سازی محدود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مدل کانال ساده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مقیاس کوچک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عدم مدلسازی تداخل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097280"/>
            <a:ext cx="3840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59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چالش‌های محاسباتی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600200"/>
            <a:ext cx="3566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زمان آموزش: 18 ساعت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نیاز به GPU قدرتمند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حجم Replay Buffer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• تنظیم هایپرپارامترها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82296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پیشنهادات آینده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79552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🔹 پیاده‌سازی واقعی | 🔹 مقیاس‌پذیری | 🔹 امنیت | 🔹 یکپارچه‌سازی با 6G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✅ نتیجه‌گیری نهایی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خلاصه یافته‌ها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795527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✅ چارچوب SkyMind راه‌حلی مؤثر برای تخلیه محاسباتی در شبکه‌های UAV است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✅ الگوریتم MADDPG با GAT+GRU عملکرد برتری دارد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✅ معماری 4 لایه انعطاف‌پذیری بالایی ارائه می‌دهد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✅ نتایج در محیط‌های پیچیده پایدار است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82296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چشم‌انداز آینده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60520"/>
            <a:ext cx="79552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🔮 پیاده‌سازی واقعی روی سخت‌افزار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🔮 توسعه به شبکه‌های بزرگ‌مقیاس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🔮 یکپارچه‌سازی با Federated Learning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r>
              <a:t>🔮 کاربرد در شبکه‌های 6G و فراتر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2286000"/>
            <a:ext cx="6400800" cy="2286000"/>
          </a:xfrm>
          <a:prstGeom prst="roundRect">
            <a:avLst/>
          </a:prstGeom>
          <a:solidFill>
            <a:srgbClr val="2C3E50"/>
          </a:solidFill>
          <a:ln w="508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با تشکر از توجه شما</a:t>
            </a:r>
          </a:p>
          <a:p>
            <a:pPr algn="ctr">
              <a:defRPr sz="3200" b="1">
                <a:solidFill>
                  <a:srgbClr val="FFFFFF"/>
                </a:solidFill>
              </a:defRPr>
            </a:pPr>
          </a:p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🙋 آماده پاسخگویی به سؤالات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📧 [ایمیل] | 💻 github.com/[username]/SkyMind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